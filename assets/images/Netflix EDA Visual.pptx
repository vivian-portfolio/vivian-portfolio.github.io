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2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9217F-2259-4DD9-9DF2-88BFC04593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D8AB99-6BD0-43D0-BC8E-350B10E73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A5E17-72F1-45CE-8605-BA8CE80FA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5A6-B5DD-46EF-85C5-D8C64B0E2047}" type="datetimeFigureOut">
              <a:rPr lang="en-NG" smtClean="0"/>
              <a:t>18/07/2026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17930-54C9-4BFF-9020-33BAA12C7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69CCA-04F5-43ED-9936-C20401856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15CF8-07D0-4FD4-945A-22D6D6BF09A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73397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3C791-6AB1-4C89-9B00-11922B6AC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01D58-7DE1-477A-BD60-86A30981D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E7B67-27F9-48BB-B296-2B7AE81DE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5A6-B5DD-46EF-85C5-D8C64B0E2047}" type="datetimeFigureOut">
              <a:rPr lang="en-NG" smtClean="0"/>
              <a:t>18/07/2026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AD84A-E6EB-4A4C-98ED-E879BDCF5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E484B-D1DB-4BD3-B0A0-C7EF22627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15CF8-07D0-4FD4-945A-22D6D6BF09A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25290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2CA49-6D4E-4E53-BF4D-A64E38C38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79DB7-F65C-402C-9804-12D478DE4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46864-18C4-4E55-8015-E4455FC5B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5A6-B5DD-46EF-85C5-D8C64B0E2047}" type="datetimeFigureOut">
              <a:rPr lang="en-NG" smtClean="0"/>
              <a:t>18/07/2026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6188F-C354-4670-AFDC-9902A418A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11C52-3E95-4748-9E9C-B2A65AA27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15CF8-07D0-4FD4-945A-22D6D6BF09A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53586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EAB0A-D60B-4A74-B6DC-B28C033C5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4542A-F47E-4D63-BBC6-271BF45A75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C2868-30C7-4A2F-A1D5-CD17D8DC4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39D3B-000B-47CE-839F-716452977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5A6-B5DD-46EF-85C5-D8C64B0E2047}" type="datetimeFigureOut">
              <a:rPr lang="en-NG" smtClean="0"/>
              <a:t>18/07/2026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8294C-8291-4A49-8DF6-1723AD1C3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A22C2-6DA5-43AA-9D64-236BE1D2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15CF8-07D0-4FD4-945A-22D6D6BF09A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6564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F083F-DB2B-4930-BCB4-FC3FEB90B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696CC-1B38-4FA5-84A2-689BCAAF6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854D4-D26D-4EF1-9F8B-864F04170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79E516-8FE5-4CDE-963B-33CB86A2B3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FE28B8-6282-4989-8F07-E76BB66365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2D4F1B-FAA7-410F-891C-1CBC52302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5A6-B5DD-46EF-85C5-D8C64B0E2047}" type="datetimeFigureOut">
              <a:rPr lang="en-NG" smtClean="0"/>
              <a:t>18/07/2026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76D401-E216-42BD-909D-43BC0A8D4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19EA6C-A529-4728-9815-F3899F1C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15CF8-07D0-4FD4-945A-22D6D6BF09A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10285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93662-BF3A-458C-9C44-2B5201F09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32940D-3D9C-4E61-9E31-53D0306C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5A6-B5DD-46EF-85C5-D8C64B0E2047}" type="datetimeFigureOut">
              <a:rPr lang="en-NG" smtClean="0"/>
              <a:t>18/07/2026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94CFDD-9A9C-4EAB-A0AE-00A8F6360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6F3F7-040B-4E1C-81DF-0C903E9B0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15CF8-07D0-4FD4-945A-22D6D6BF09A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80409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DB2985-39C8-4B20-A14B-84365E052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5A6-B5DD-46EF-85C5-D8C64B0E2047}" type="datetimeFigureOut">
              <a:rPr lang="en-NG" smtClean="0"/>
              <a:t>18/07/2026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E77C04-8F5E-41B9-A4B6-72F6248F3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2E3EA-EE65-4EF8-8CB8-6F2C863E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15CF8-07D0-4FD4-945A-22D6D6BF09A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5142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F391A-2C68-4C9E-9AB9-95F4B2A8D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2C651-5CDE-4094-B916-2471AD36F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9FB15-7692-402C-9303-1FBD33CD6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6F6E0-BC87-4EE8-AE33-7BECF8DAA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5A6-B5DD-46EF-85C5-D8C64B0E2047}" type="datetimeFigureOut">
              <a:rPr lang="en-NG" smtClean="0"/>
              <a:t>18/07/2026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C1F8C-0B29-4466-B071-E7D62FF01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DB1B2-3937-465C-B392-BBE5C64CC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15CF8-07D0-4FD4-945A-22D6D6BF09A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49512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79A07-C56F-4ADB-AF92-E43495833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BA24A8-F70F-47D9-A0EC-FBC0A8D60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30FCC-2E6B-4365-BDF0-E4DF44056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33928-D70E-4E37-B49B-693D6EF8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5A6-B5DD-46EF-85C5-D8C64B0E2047}" type="datetimeFigureOut">
              <a:rPr lang="en-NG" smtClean="0"/>
              <a:t>18/07/2026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95036-00A3-44DA-9D43-1C596BBCB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77BEB-F09B-41B2-8C8D-10CEA367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15CF8-07D0-4FD4-945A-22D6D6BF09A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832856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0A933-7DE8-4122-B8E5-D619310DA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FEC30-0B16-472D-B4BC-648BB5F234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B4F63-8763-4E2F-B245-BAA7B1D4A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5A6-B5DD-46EF-85C5-D8C64B0E2047}" type="datetimeFigureOut">
              <a:rPr lang="en-NG" smtClean="0"/>
              <a:t>18/07/2026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267B6-3467-4524-93FF-579F8931E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BBDEC-9411-4E09-9A6F-81311781D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15CF8-07D0-4FD4-945A-22D6D6BF09A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80231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8A6729-BF90-4ACA-8A76-7E1B5E34FA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F5229-86DB-47B5-9DD9-2DB42F1CE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5A157-DD45-4260-92D2-B3501B08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5A6-B5DD-46EF-85C5-D8C64B0E2047}" type="datetimeFigureOut">
              <a:rPr lang="en-NG" smtClean="0"/>
              <a:t>18/07/2026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1C82E-D42B-4FF7-8C07-A3435888F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CD8D0-1EFB-4AD3-9E00-C4DC65BF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15CF8-07D0-4FD4-945A-22D6D6BF09A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64513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9BC606-0008-4DF4-80B3-936C0497E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79C77-A5D7-45B6-9272-386FEF674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063D6-B574-452D-931B-72287E12FE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4A5A6-B5DD-46EF-85C5-D8C64B0E2047}" type="datetimeFigureOut">
              <a:rPr lang="en-NG" smtClean="0"/>
              <a:t>18/07/2026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721A1-D2A6-4272-B393-E811CC4EF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17C3A-6C3B-454C-AD76-EBE4FB992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15CF8-07D0-4FD4-945A-22D6D6BF09A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770991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6729941-011A-4E3D-B8C6-D718DCDB1D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5169B7-507A-49F9-990D-1C4F915D1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23" y="111471"/>
            <a:ext cx="3794661" cy="34512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93D8F6-D7DB-415B-B85B-57B7635177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23" y="3637935"/>
            <a:ext cx="5781505" cy="31696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F804CA-C5E5-4A1F-A8AE-9CD7520DE1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09" y="110419"/>
            <a:ext cx="4502069" cy="34522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415FE6E-DF1C-4CB6-B1C8-8F88FEAE78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153" y="3637935"/>
            <a:ext cx="6093023" cy="31696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3623A4B-27CB-434C-A294-BFBCAB9DBB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400" y="110334"/>
            <a:ext cx="3485776" cy="345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495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4</cp:revision>
  <dcterms:created xsi:type="dcterms:W3CDTF">2026-07-18T13:03:45Z</dcterms:created>
  <dcterms:modified xsi:type="dcterms:W3CDTF">2026-07-18T13:32:43Z</dcterms:modified>
</cp:coreProperties>
</file>